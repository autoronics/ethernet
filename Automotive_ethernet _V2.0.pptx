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"/>
  </p:notesMasterIdLst>
  <p:sldIdLst>
    <p:sldId id="30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Kannadhasan, Amarnath" initials="KA" lastIdx="4" clrIdx="0">
    <p:extLst>
      <p:ext uri="{19B8F6BF-5375-455C-9EA6-DF929625EA0E}">
        <p15:presenceInfo xmlns:p15="http://schemas.microsoft.com/office/powerpoint/2012/main" userId="S::Amarnath.Kannadhasan@elektrobit.com::c595a89d-1c23-4b58-9d02-31e027479b29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62376" autoAdjust="0"/>
  </p:normalViewPr>
  <p:slideViewPr>
    <p:cSldViewPr snapToGrid="0">
      <p:cViewPr varScale="1">
        <p:scale>
          <a:sx n="48" d="100"/>
          <a:sy n="48" d="100"/>
        </p:scale>
        <p:origin x="67" y="2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F2442C-D091-412B-9CF4-71BF170136AD}" type="datetimeFigureOut">
              <a:rPr lang="en-IN" smtClean="0"/>
              <a:t>04-06-2022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564CB88-43DF-4C22-9A41-A7A003D141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56229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https://support.ixiacom.com/sites/default/files/resources/whitepaper/ixia-automotive-ethernet-primer-whitepaper_1.pdf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64CB88-43DF-4C22-9A41-A7A003D1413C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038909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007533" y="0"/>
            <a:ext cx="7934348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8941881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11808" y="3428998"/>
            <a:ext cx="5518066" cy="2268559"/>
          </a:xfrm>
        </p:spPr>
        <p:txBody>
          <a:bodyPr anchor="t">
            <a:normAutofit/>
          </a:bodyPr>
          <a:lstStyle>
            <a:lvl1pPr algn="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72274" y="2268786"/>
            <a:ext cx="5357600" cy="1160213"/>
          </a:xfrm>
        </p:spPr>
        <p:txBody>
          <a:bodyPr tIns="0" anchor="b">
            <a:normAutofit/>
          </a:bodyPr>
          <a:lstStyle>
            <a:lvl1pPr marL="0" indent="0" algn="r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6E406-58CB-4AA3-8282-7BB0E56BC61D}" type="datetimeFigureOut">
              <a:rPr lang="en-IN" smtClean="0"/>
              <a:t>04-06-2022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rIns="45720"/>
          <a:lstStyle/>
          <a:p>
            <a:fld id="{ADB3400C-B422-46DE-8A40-ADE7A9A9A0C5}" type="slidenum">
              <a:rPr lang="en-IN" smtClean="0"/>
              <a:t>‹#›</a:t>
            </a:fld>
            <a:endParaRPr lang="en-IN"/>
          </a:p>
        </p:txBody>
      </p:sp>
      <p:sp>
        <p:nvSpPr>
          <p:cNvPr id="13" name="TextBox 12"/>
          <p:cNvSpPr txBox="1"/>
          <p:nvPr/>
        </p:nvSpPr>
        <p:spPr>
          <a:xfrm>
            <a:off x="2191282" y="3262852"/>
            <a:ext cx="4156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24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891971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6E406-58CB-4AA3-8282-7BB0E56BC61D}" type="datetimeFigureOut">
              <a:rPr lang="en-IN" smtClean="0"/>
              <a:t>04-06-2022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3400C-B422-46DE-8A40-ADE7A9A9A0C5}" type="slidenum">
              <a:rPr lang="en-IN" smtClean="0"/>
              <a:t>‹#›</a:t>
            </a:fld>
            <a:endParaRPr lang="en-IN"/>
          </a:p>
        </p:txBody>
      </p:sp>
      <p:sp>
        <p:nvSpPr>
          <p:cNvPr id="7" name="TextBox 6"/>
          <p:cNvSpPr txBox="1"/>
          <p:nvPr/>
        </p:nvSpPr>
        <p:spPr>
          <a:xfrm>
            <a:off x="2194943" y="641225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606026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5" name="Rectangle 24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TextBox 10"/>
          <p:cNvSpPr txBox="1"/>
          <p:nvPr/>
        </p:nvSpPr>
        <p:spPr>
          <a:xfrm>
            <a:off x="2191843" y="2962586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3147254"/>
            <a:ext cx="7956560" cy="1424746"/>
          </a:xfrm>
        </p:spPr>
        <p:txBody>
          <a:bodyPr anchor="t">
            <a:normAutofit/>
          </a:bodyPr>
          <a:lstStyle>
            <a:lvl1pPr algn="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73968" y="2268786"/>
            <a:ext cx="7791931" cy="878468"/>
          </a:xfrm>
        </p:spPr>
        <p:txBody>
          <a:bodyPr tIns="0" anchor="b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6E406-58CB-4AA3-8282-7BB0E56BC61D}" type="datetimeFigureOut">
              <a:rPr lang="en-IN" smtClean="0"/>
              <a:t>04-06-2022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3400C-B422-46DE-8A40-ADE7A9A9A0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80885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7" name="Rectangle 26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805817"/>
            <a:ext cx="7950984" cy="10817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605374" y="2052116"/>
            <a:ext cx="3891960" cy="39978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66636" y="2052114"/>
            <a:ext cx="3894222" cy="39978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6E406-58CB-4AA3-8282-7BB0E56BC61D}" type="datetimeFigureOut">
              <a:rPr lang="en-IN" smtClean="0"/>
              <a:t>04-06-2022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3400C-B422-46DE-8A40-ADE7A9A9A0C5}" type="slidenum">
              <a:rPr lang="en-IN" smtClean="0"/>
              <a:t>‹#›</a:t>
            </a:fld>
            <a:endParaRPr lang="en-IN"/>
          </a:p>
        </p:txBody>
      </p:sp>
      <p:sp>
        <p:nvSpPr>
          <p:cNvPr id="10" name="TextBox 9"/>
          <p:cNvSpPr txBox="1"/>
          <p:nvPr/>
        </p:nvSpPr>
        <p:spPr>
          <a:xfrm>
            <a:off x="2196172" y="641223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98159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1" name="Rectangle 20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TextBox 11"/>
          <p:cNvSpPr txBox="1"/>
          <p:nvPr/>
        </p:nvSpPr>
        <p:spPr>
          <a:xfrm>
            <a:off x="2193650" y="636424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805818"/>
            <a:ext cx="7956560" cy="107834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09285" y="2052115"/>
            <a:ext cx="3896467" cy="713818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none" baseline="0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609285" y="2851331"/>
            <a:ext cx="3893623" cy="307143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66634" y="2052115"/>
            <a:ext cx="3899798" cy="713818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none" baseline="0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66635" y="2851331"/>
            <a:ext cx="3899798" cy="307143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6E406-58CB-4AA3-8282-7BB0E56BC61D}" type="datetimeFigureOut">
              <a:rPr lang="en-IN" smtClean="0"/>
              <a:t>04-06-2022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3400C-B422-46DE-8A40-ADE7A9A9A0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17704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4" name="Rectangle 13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6E406-58CB-4AA3-8282-7BB0E56BC61D}" type="datetimeFigureOut">
              <a:rPr lang="en-IN" smtClean="0"/>
              <a:t>04-06-2022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3400C-B422-46DE-8A40-ADE7A9A9A0C5}" type="slidenum">
              <a:rPr lang="en-IN" smtClean="0"/>
              <a:t>‹#›</a:t>
            </a:fld>
            <a:endParaRPr lang="en-IN"/>
          </a:p>
        </p:txBody>
      </p:sp>
      <p:sp>
        <p:nvSpPr>
          <p:cNvPr id="8" name="TextBox 7"/>
          <p:cNvSpPr txBox="1"/>
          <p:nvPr/>
        </p:nvSpPr>
        <p:spPr>
          <a:xfrm>
            <a:off x="2196172" y="641226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4590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6E406-58CB-4AA3-8282-7BB0E56BC61D}" type="datetimeFigureOut">
              <a:rPr lang="en-IN" smtClean="0"/>
              <a:t>04-06-2022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3400C-B422-46DE-8A40-ADE7A9A9A0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58578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6" name="Rectangle 25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TextBox 9"/>
          <p:cNvSpPr txBox="1"/>
          <p:nvPr/>
        </p:nvSpPr>
        <p:spPr>
          <a:xfrm>
            <a:off x="1554154" y="1127550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0323" y="1282451"/>
            <a:ext cx="2664361" cy="1903241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20154" y="805818"/>
            <a:ext cx="5446278" cy="52441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70322" y="3186154"/>
            <a:ext cx="2664361" cy="2386397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6E406-58CB-4AA3-8282-7BB0E56BC61D}" type="datetimeFigureOut">
              <a:rPr lang="en-IN" smtClean="0"/>
              <a:t>04-06-2022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3400C-B422-46DE-8A40-ADE7A9A9A0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207212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0" name="Rectangle 19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47062" y="3229"/>
            <a:ext cx="4629734" cy="6858000"/>
          </a:xfrm>
          <a:solidFill>
            <a:schemeClr val="tx1">
              <a:alpha val="10000"/>
            </a:schemeClr>
          </a:solidFill>
          <a:ln w="9525" cap="sq">
            <a:noFill/>
            <a:miter lim="800000"/>
          </a:ln>
          <a:effectLst/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1554686" y="1127550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1241" y="1282452"/>
            <a:ext cx="3970986" cy="1900473"/>
          </a:xfrm>
        </p:spPr>
        <p:txBody>
          <a:bodyPr anchor="b">
            <a:normAutofit/>
          </a:bodyPr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70322" y="3182928"/>
            <a:ext cx="3971874" cy="2386394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6E406-58CB-4AA3-8282-7BB0E56BC61D}" type="datetimeFigureOut">
              <a:rPr lang="en-IN" smtClean="0"/>
              <a:t>04-06-2022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3400C-B422-46DE-8A40-ADE7A9A9A0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992391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extBox 8"/>
          <p:cNvSpPr txBox="1"/>
          <p:nvPr/>
        </p:nvSpPr>
        <p:spPr>
          <a:xfrm>
            <a:off x="2194236" y="641225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11808" y="808056"/>
            <a:ext cx="7954091" cy="107722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6E406-58CB-4AA3-8282-7BB0E56BC61D}" type="datetimeFigureOut">
              <a:rPr lang="en-IN" smtClean="0"/>
              <a:t>04-06-2022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3400C-B422-46DE-8A40-ADE7A9A9A0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386398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" name="Rectangle 15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extBox 8"/>
          <p:cNvSpPr txBox="1"/>
          <p:nvPr/>
        </p:nvSpPr>
        <p:spPr>
          <a:xfrm rot="5400000">
            <a:off x="10337141" y="416061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39380" y="805818"/>
            <a:ext cx="1326519" cy="5244126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608751" y="970410"/>
            <a:ext cx="6466903" cy="507953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6E406-58CB-4AA3-8282-7BB0E56BC61D}" type="datetimeFigureOut">
              <a:rPr lang="en-IN" smtClean="0"/>
              <a:t>04-06-2022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3400C-B422-46DE-8A40-ADE7A9A9A0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83270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1794" y="2105202"/>
            <a:ext cx="9360205" cy="4752798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9867" cy="6858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0"/>
            <a:ext cx="96417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611808" y="808056"/>
            <a:ext cx="7958331" cy="107722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73599" y="2052116"/>
            <a:ext cx="7796540" cy="3997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-810065" y="5270604"/>
            <a:ext cx="2662729" cy="182880"/>
          </a:xfrm>
          <a:prstGeom prst="rect">
            <a:avLst/>
          </a:prstGeom>
        </p:spPr>
        <p:txBody>
          <a:bodyPr vert="horz" lIns="91440" tIns="18288" rIns="91440" bIns="45720" rtlCol="0" anchor="t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4B36E406-58CB-4AA3-8282-7BB0E56BC61D}" type="datetimeFigureOut">
              <a:rPr lang="en-IN" smtClean="0"/>
              <a:t>04-06-2022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-2237130" y="3661144"/>
            <a:ext cx="5885352" cy="179176"/>
          </a:xfrm>
          <a:prstGeom prst="rect">
            <a:avLst/>
          </a:prstGeom>
        </p:spPr>
        <p:txBody>
          <a:bodyPr vert="horz" lIns="91440" tIns="45720" rIns="91440" bIns="18288" rtlCol="0" anchor="b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8407" y="164592"/>
            <a:ext cx="636727" cy="322851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B3400C-B422-46DE-8A40-ADE7A9A9A0C5}" type="slidenum">
              <a:rPr lang="en-IN" smtClean="0"/>
              <a:t>‹#›</a:t>
            </a:fld>
            <a:endParaRPr lang="en-IN"/>
          </a:p>
        </p:txBody>
      </p:sp>
      <p:sp>
        <p:nvSpPr>
          <p:cNvPr id="57" name="Rectangle 56"/>
          <p:cNvSpPr/>
          <p:nvPr/>
        </p:nvSpPr>
        <p:spPr>
          <a:xfrm>
            <a:off x="962042" y="0"/>
            <a:ext cx="45719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75931616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3400" b="0" i="0" kern="1200" cap="none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344488" indent="-344488" algn="l" defTabSz="914400" rtl="0" eaLnBrk="1" latinLnBrk="0" hangingPunct="1">
        <a:lnSpc>
          <a:spcPct val="120000"/>
        </a:lnSpc>
        <a:spcBef>
          <a:spcPts val="10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95338" indent="-33813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800" kern="120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58888" indent="-34448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709738" indent="-33813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400" kern="120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173288" indent="-34448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642616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3108960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575304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4041648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BE297D6-0C6F-4715-8435-CB1086AFD750}"/>
              </a:ext>
            </a:extLst>
          </p:cNvPr>
          <p:cNvSpPr txBox="1"/>
          <p:nvPr/>
        </p:nvSpPr>
        <p:spPr>
          <a:xfrm>
            <a:off x="1042737" y="0"/>
            <a:ext cx="10908882" cy="75713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Ethernet </a:t>
            </a:r>
            <a:br>
              <a:rPr lang="en-US" dirty="0"/>
            </a:br>
            <a:br>
              <a:rPr lang="en-US" dirty="0"/>
            </a:br>
            <a:r>
              <a:rPr lang="en-US" dirty="0"/>
              <a:t>introduction to automotive ethernet 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r>
              <a:rPr lang="en-US" dirty="0"/>
              <a:t>why it is needed in automotive 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r>
              <a:rPr lang="en-US" dirty="0"/>
              <a:t>market landscape</a:t>
            </a:r>
            <a:br>
              <a:rPr lang="en-US" dirty="0"/>
            </a:br>
            <a:br>
              <a:rPr lang="en-US" dirty="0"/>
            </a:br>
            <a:r>
              <a:rPr lang="en-US" dirty="0"/>
              <a:t>protocols comparison (CAN , MOST , ETHERNET , FLEXRAY )</a:t>
            </a:r>
            <a:br>
              <a:rPr lang="en-US" dirty="0"/>
            </a:br>
            <a:br>
              <a:rPr lang="en-US" dirty="0"/>
            </a:br>
            <a:r>
              <a:rPr lang="en-US" dirty="0"/>
              <a:t>generation of automotive Ethernet </a:t>
            </a:r>
            <a:br>
              <a:rPr lang="en-US" dirty="0"/>
            </a:br>
            <a:br>
              <a:rPr lang="en-US" dirty="0"/>
            </a:br>
            <a:r>
              <a:rPr lang="en-US" dirty="0"/>
              <a:t>DOIP</a:t>
            </a:r>
            <a:br>
              <a:rPr lang="en-US" dirty="0"/>
            </a:br>
            <a:br>
              <a:rPr lang="en-US" dirty="0"/>
            </a:br>
            <a:r>
              <a:rPr lang="en-US" dirty="0"/>
              <a:t>GPTP</a:t>
            </a:r>
            <a:br>
              <a:rPr lang="en-US" dirty="0"/>
            </a:br>
            <a:br>
              <a:rPr lang="en-US" dirty="0"/>
            </a:br>
            <a:r>
              <a:rPr lang="en-US" dirty="0"/>
              <a:t>SOME/IP</a:t>
            </a:r>
            <a:br>
              <a:rPr lang="en-US" dirty="0"/>
            </a:br>
            <a:br>
              <a:rPr lang="en-US" dirty="0"/>
            </a:br>
            <a:r>
              <a:rPr lang="en-US" dirty="0"/>
              <a:t>AVB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244744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adison">
  <a:themeElements>
    <a:clrScheme name="Madison">
      <a:dk1>
        <a:sysClr val="windowText" lastClr="000000"/>
      </a:dk1>
      <a:lt1>
        <a:sysClr val="window" lastClr="FFFFFF"/>
      </a:lt1>
      <a:dk2>
        <a:srgbClr val="1F2D29"/>
      </a:dk2>
      <a:lt2>
        <a:srgbClr val="C5FAEB"/>
      </a:lt2>
      <a:accent1>
        <a:srgbClr val="A1D68B"/>
      </a:accent1>
      <a:accent2>
        <a:srgbClr val="5EC795"/>
      </a:accent2>
      <a:accent3>
        <a:srgbClr val="4DADCF"/>
      </a:accent3>
      <a:accent4>
        <a:srgbClr val="CDB756"/>
      </a:accent4>
      <a:accent5>
        <a:srgbClr val="E29C36"/>
      </a:accent5>
      <a:accent6>
        <a:srgbClr val="8EC0C1"/>
      </a:accent6>
      <a:hlink>
        <a:srgbClr val="6D9D9B"/>
      </a:hlink>
      <a:folHlink>
        <a:srgbClr val="6D8583"/>
      </a:folHlink>
    </a:clrScheme>
    <a:fontScheme name="Madison">
      <a:majorFont>
        <a:latin typeface="Arial" panose="020B06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adison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alpha val="88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4000"/>
                <a:satMod val="130000"/>
                <a:lumMod val="92000"/>
              </a:schemeClr>
            </a:gs>
            <a:gs pos="100000">
              <a:schemeClr val="phClr">
                <a:shade val="76000"/>
                <a:satMod val="130000"/>
                <a:lumMod val="88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dison" id="{025CB5FB-2DD3-45EE-B6F0-CC461540EB19}" vid="{6AC10936-2DFC-4054-9ADF-B5E2C5F8619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TM16401375[[fn=Madison]]</Template>
  <TotalTime>2903</TotalTime>
  <Words>84</Words>
  <Application>Microsoft Office PowerPoint</Application>
  <PresentationFormat>Widescreen</PresentationFormat>
  <Paragraphs>3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Calibri</vt:lpstr>
      <vt:lpstr>MS Shell Dlg 2</vt:lpstr>
      <vt:lpstr>Wingdings</vt:lpstr>
      <vt:lpstr>Wingdings 3</vt:lpstr>
      <vt:lpstr>Madison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Kannadhasan, Amarnath</dc:creator>
  <cp:lastModifiedBy>Khanna, Praveen</cp:lastModifiedBy>
  <cp:revision>228</cp:revision>
  <dcterms:created xsi:type="dcterms:W3CDTF">2021-07-06T14:38:08Z</dcterms:created>
  <dcterms:modified xsi:type="dcterms:W3CDTF">2022-06-04T16:12:36Z</dcterms:modified>
</cp:coreProperties>
</file>